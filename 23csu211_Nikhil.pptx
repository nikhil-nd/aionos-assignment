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ikhil-nd/AIONOS-ASSIGNMENT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ikhil-nd/AIONOS-ASSIGNMENT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ikhil-nd/AIONOS-ASSIGNMENT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457200"/>
            <a:ext cx="2011680" cy="2011680"/>
          </a:xfrm>
          <a:prstGeom prst="ellipse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0" y="1280160"/>
            <a:ext cx="1005840" cy="10058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26880" y="5303520"/>
            <a:ext cx="1371600" cy="13716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80467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EA5E9"/>
                </a:solidFill>
                <a:latin typeface="Aptos"/>
              </a:rPr>
              <a:t>AIRLINE RESOLUTION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72768"/>
            <a:ext cx="950976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Customer-Facing Resolution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578608"/>
            <a:ext cx="64008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900" b="0">
                <a:solidFill>
                  <a:srgbClr val="CBD5E1"/>
                </a:solidFill>
                <a:latin typeface="Aptos"/>
              </a:rPr>
              <a:t>AIONOS • Assignment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246120"/>
            <a:ext cx="786384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An interactive full-stack agent for airline cancellations, delays, compensation and escalation.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572000"/>
            <a:ext cx="1508760" cy="329184"/>
          </a:xfrm>
          <a:prstGeom prst="round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4599432"/>
            <a:ext cx="15087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React + TypeScript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95728" y="4572000"/>
            <a:ext cx="1143000" cy="32918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95728" y="4599432"/>
            <a:ext cx="1143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Express.js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75887" y="4572000"/>
            <a:ext cx="1325880" cy="32918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75887" y="4599432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Policy-Driven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715000"/>
            <a:ext cx="7498079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 dirty="0">
                <a:solidFill>
                  <a:srgbClr val="94A3B8"/>
                </a:solidFill>
                <a:latin typeface="Aptos"/>
                <a:hlinkClick r:id="rId2"/>
              </a:rPr>
              <a:t>GitHub: github.com/Nikhil-</a:t>
            </a:r>
            <a:r>
              <a:rPr sz="1200" b="0" dirty="0" err="1">
                <a:solidFill>
                  <a:srgbClr val="94A3B8"/>
                </a:solidFill>
                <a:latin typeface="Aptos"/>
                <a:hlinkClick r:id="rId2"/>
              </a:rPr>
              <a:t>nd</a:t>
            </a:r>
            <a:r>
              <a:rPr sz="1200" b="0" dirty="0">
                <a:solidFill>
                  <a:srgbClr val="94A3B8"/>
                </a:solidFill>
                <a:latin typeface="Aptos"/>
                <a:hlinkClick r:id="rId2"/>
              </a:rPr>
              <a:t>/AIONOS-ASSIGNMENT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6172200"/>
            <a:ext cx="36576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Nikhil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A5840D-8AB1-FB65-40B3-C008B17CBD48}"/>
              </a:ext>
            </a:extLst>
          </p:cNvPr>
          <p:cNvSpPr txBox="1"/>
          <p:nvPr/>
        </p:nvSpPr>
        <p:spPr>
          <a:xfrm>
            <a:off x="731520" y="5320653"/>
            <a:ext cx="4371422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>
                <a:solidFill>
                  <a:srgbClr val="94A3B8"/>
                </a:solidFill>
                <a:latin typeface="Aptos"/>
                <a:hlinkClick r:id="rId2"/>
              </a:rPr>
              <a:t>https://airline-resolution-agent1.onrender.com/</a:t>
            </a:r>
            <a:endParaRPr sz="1200" b="0" dirty="0">
              <a:solidFill>
                <a:srgbClr val="94A3B8"/>
              </a:solidFill>
              <a:latin typeface="Aptos"/>
              <a:hlinkClick r:id="rId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0F1F3A"/>
                </a:solidFill>
                <a:latin typeface="Aptos"/>
              </a:rPr>
              <a:t>1. Problem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The assignment requires a customer-facing agent that resolves disruption cases using only the supplied data pack.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182880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1828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30632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Apto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84248"/>
            <a:ext cx="3166251" cy="6232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Airline disruptions create multiple requests at 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once: refunds, rebooking, compensation, hotel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 stays and upgrades.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17320"/>
            <a:ext cx="3429000" cy="182880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417320"/>
            <a:ext cx="64008" cy="182880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581912"/>
            <a:ext cx="30632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Aptos"/>
              </a:rPr>
              <a:t>The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84248"/>
            <a:ext cx="2964273" cy="6232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Give customers clear, policy-grounded 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resolutions while preventing the agent from 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inventing exceptions.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417320"/>
            <a:ext cx="3429000" cy="182880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01583" y="1417320"/>
            <a:ext cx="64008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581912"/>
            <a:ext cx="30632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Aptos"/>
              </a:rPr>
              <a:t>The key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984248"/>
            <a:ext cx="3031599" cy="44627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Separate actions the agent can perform from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 requests that require human escalation.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703320"/>
            <a:ext cx="2743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F1F3A"/>
                </a:solidFill>
                <a:latin typeface="Aptos"/>
              </a:rPr>
              <a:t>Assignment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Cancellation → rebooking or full refund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Delay → compensation based on delay duration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Hotel eligibility for delays over 5 hours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Fare-difference approval threshold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Human escalation for prohibited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303520"/>
            <a:ext cx="2743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Aptos"/>
              </a:rPr>
              <a:t>Source: Assignment 3 Data Pack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AIONOS Assignment 3 • Airline Resolution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0F1F3A"/>
                </a:solidFill>
                <a:latin typeface="Aptos"/>
              </a:rPr>
              <a:t>2. 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Full-stack implementation with a React UI, Express backend and deterministic policy enforcement.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926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64008" cy="150876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673351"/>
            <a:ext cx="256032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Aptos"/>
              </a:rPr>
              <a:t>Customer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75688"/>
            <a:ext cx="2560320" cy="7955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React 18 + TypeScript
Tailwind CSS • Markdown • Icons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508760"/>
            <a:ext cx="2926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17720" y="1508760"/>
            <a:ext cx="64008" cy="1508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18888" y="1673351"/>
            <a:ext cx="256032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Aptos"/>
              </a:rPr>
              <a:t>Agent / API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2075688"/>
            <a:ext cx="2560320" cy="7955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Express.js backend
Streaming response endpoint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508760"/>
            <a:ext cx="2926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595360" y="1508760"/>
            <a:ext cx="64008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96528" y="1673351"/>
            <a:ext cx="256032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Aptos"/>
              </a:rPr>
              <a:t>Policy &amp; Scenario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2075688"/>
            <a:ext cx="2560320" cy="7955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Customer profiles
PNRs • flight status • service rules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11880" y="2258568"/>
            <a:ext cx="960120" cy="0"/>
          </a:xfrm>
          <a:prstGeom prst="line">
            <a:avLst/>
          </a:prstGeom>
          <a:ln w="27940">
            <a:solidFill>
              <a:srgbClr val="24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43800" y="2258568"/>
            <a:ext cx="1005840" cy="0"/>
          </a:xfrm>
          <a:prstGeom prst="line">
            <a:avLst/>
          </a:prstGeom>
          <a:ln w="2794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3520440"/>
            <a:ext cx="27432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F1F3A"/>
                </a:solidFill>
                <a:latin typeface="Aptos"/>
              </a:rPr>
              <a:t>Resolution 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69080"/>
            <a:ext cx="2011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41248" y="4187952"/>
            <a:ext cx="347472" cy="329184"/>
          </a:xfrm>
          <a:prstGeom prst="round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4215384"/>
            <a:ext cx="347472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4233672"/>
            <a:ext cx="13258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F1F3A"/>
                </a:solidFill>
                <a:latin typeface="Aptos"/>
              </a:rPr>
              <a:t>Identify
customer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4069080"/>
            <a:ext cx="2011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584448" y="4187952"/>
            <a:ext cx="347472" cy="32918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84448" y="4215384"/>
            <a:ext cx="347472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5072" y="4233672"/>
            <a:ext cx="13258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F1F3A"/>
                </a:solidFill>
                <a:latin typeface="Aptos"/>
              </a:rPr>
              <a:t>Read booking
&amp; disruption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069080"/>
            <a:ext cx="2011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327648" y="4187952"/>
            <a:ext cx="347472" cy="32918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27648" y="4215384"/>
            <a:ext cx="347472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8272" y="4233672"/>
            <a:ext cx="13258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F1F3A"/>
                </a:solidFill>
                <a:latin typeface="Aptos"/>
              </a:rPr>
              <a:t>Apply policy
thresholds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4069080"/>
            <a:ext cx="2011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070848" y="4187952"/>
            <a:ext cx="347472" cy="32918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70848" y="4215384"/>
            <a:ext cx="347472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1472" y="4233672"/>
            <a:ext cx="13258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F1F3A"/>
                </a:solidFill>
                <a:latin typeface="Aptos"/>
              </a:rPr>
              <a:t>Resolve or
escalate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788920" y="4617720"/>
            <a:ext cx="594359" cy="0"/>
          </a:xfrm>
          <a:prstGeom prst="line">
            <a:avLst/>
          </a:prstGeom>
          <a:ln w="279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532120" y="4617720"/>
            <a:ext cx="594360" cy="0"/>
          </a:xfrm>
          <a:prstGeom prst="line">
            <a:avLst/>
          </a:prstGeom>
          <a:ln w="279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275320" y="4617720"/>
            <a:ext cx="594360" cy="0"/>
          </a:xfrm>
          <a:prstGeom prst="line">
            <a:avLst/>
          </a:prstGeom>
          <a:ln w="279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85800" y="5577840"/>
            <a:ext cx="106984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Aptos"/>
              </a:rPr>
              <a:t>The implementation described in the repository uses React 18, TypeScript, Tailwind CSS, Vite, Lucide React, React Markdown, Node.js and Express.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AIONOS Assignment 3 • Airline Resolution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0F1F3A"/>
                </a:solidFill>
                <a:latin typeface="Aptos"/>
              </a:rPr>
              <a:t>3. Policy Engine —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The agent follows explicit thresholds and escalates actions outside its authority.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74720" cy="15087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150876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3108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Aptos"/>
              </a:rPr>
              <a:t>Cancellation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84248"/>
            <a:ext cx="3097323" cy="44627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Airline cancellation → free rebooking on next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 available flight within 24 hours OR full refund.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17320"/>
            <a:ext cx="3474720" cy="150876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417320"/>
            <a:ext cx="64008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581912"/>
            <a:ext cx="31089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Aptos"/>
              </a:rPr>
              <a:t>Delay compensation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84248"/>
            <a:ext cx="3108960" cy="7955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&lt; 3h → ₹500 meal voucher
&gt; 3h → meal voucher + lounge
&gt; 5h → meal voucher + hotel for delayed hours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417320"/>
            <a:ext cx="3429000" cy="1508760"/>
          </a:xfrm>
          <a:prstGeom prst="round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01583" y="1417320"/>
            <a:ext cx="64008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581912"/>
            <a:ext cx="30632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Aptos"/>
              </a:rPr>
              <a:t>Refund &amp; fare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984248"/>
            <a:ext cx="3363421" cy="6232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Refund within 7 business days to original payment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 method.
Fare difference &gt; ₹1,500 → supervisor approval.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429000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F1F3A"/>
                </a:solidFill>
                <a:latin typeface="Aptos"/>
              </a:rPr>
              <a:t>Agent authority 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886200"/>
            <a:ext cx="525780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8368" y="3886200"/>
            <a:ext cx="64008" cy="1783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4050791"/>
            <a:ext cx="48920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Aptos"/>
              </a:rPr>
              <a:t>Allowed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453128"/>
            <a:ext cx="2634054" cy="97719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Rebook 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• initiate refund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 • issue eligible meal/lounging benefits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 • arrange qualifying hotel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 • show booking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886200"/>
            <a:ext cx="534924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3886200"/>
            <a:ext cx="64008" cy="17830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73368" y="4050791"/>
            <a:ext cx="4983479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Aptos"/>
              </a:rPr>
              <a:t>Escalate to human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453128"/>
            <a:ext cx="1996059" cy="977191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sz="1150" b="0" dirty="0">
                <a:solidFill>
                  <a:srgbClr val="1F2937"/>
                </a:solidFill>
                <a:latin typeface="Aptos"/>
              </a:rPr>
              <a:t>Extra compensation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150" b="0" dirty="0">
                <a:solidFill>
                  <a:srgbClr val="1F2937"/>
                </a:solidFill>
                <a:latin typeface="Aptos"/>
              </a:rPr>
              <a:t>fare waiver above ₹1,500 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150" b="0" dirty="0">
                <a:solidFill>
                  <a:srgbClr val="1F2937"/>
                </a:solidFill>
                <a:latin typeface="Aptos"/>
              </a:rPr>
              <a:t>non-policy exceptions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150" b="0" dirty="0">
                <a:solidFill>
                  <a:srgbClr val="1F2937"/>
                </a:solidFill>
                <a:latin typeface="Aptos"/>
              </a:rPr>
              <a:t>legal/formal complaint 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sz="1150" b="0" dirty="0">
                <a:solidFill>
                  <a:srgbClr val="1F2937"/>
                </a:solidFill>
                <a:latin typeface="Aptos"/>
              </a:rPr>
              <a:t>different refund method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AIONOS Assignment 3 • Airline Resolution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0F1F3A"/>
                </a:solidFill>
                <a:latin typeface="Aptos"/>
              </a:rPr>
              <a:t>4. Scenario 1 — Priya Nair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Gold • PNR SK4821X • SK-204 Delhi → Goa • Cancelled for operational reasons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143000" cy="32918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143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CANCELLED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22860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0F1F3A"/>
                </a:solidFill>
                <a:latin typeface="Aptos"/>
              </a:rPr>
              <a:t>Customer asks for: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42976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Full cash refund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Free business-class upgrade on unaffected return flight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Expresses strong frustration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417320"/>
            <a:ext cx="598932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0" y="1417320"/>
            <a:ext cx="64008" cy="1920240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87568" y="1581912"/>
            <a:ext cx="5623559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Aptos"/>
              </a:rPr>
              <a:t>Policy-grounded resolution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87568" y="1984248"/>
            <a:ext cx="5784789" cy="66941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 dirty="0">
                <a:solidFill>
                  <a:srgbClr val="1F2937"/>
                </a:solidFill>
                <a:latin typeface="Aptos"/>
              </a:rPr>
              <a:t>The cancellation qualifies Priya for a full refund OR free rebooking within 24 hours.</a:t>
            </a:r>
            <a:endParaRPr lang="en-US" sz="12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250" b="0" dirty="0">
                <a:solidFill>
                  <a:srgbClr val="1F2937"/>
                </a:solidFill>
                <a:latin typeface="Aptos"/>
              </a:rPr>
              <a:t> Gold customers receive priority rebooking. The requested free business-class</a:t>
            </a:r>
            <a:endParaRPr lang="en-US" sz="12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250" b="0" dirty="0">
                <a:solidFill>
                  <a:srgbClr val="1F2937"/>
                </a:solidFill>
                <a:latin typeface="Aptos"/>
              </a:rPr>
              <a:t> upgrade is not supported by the supplied policy, so it should not be granted.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69080"/>
            <a:ext cx="2926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0F1F3A"/>
                </a:solidFill>
                <a:latin typeface="Aptos"/>
              </a:rPr>
              <a:t>Expected agent behavior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80560"/>
            <a:ext cx="7498079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Acknowledge the frustration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Offer the two cancellation remedies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Explain the upgrade is outside the stated policy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If she requests an exception, escalate rather than inventing compensation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754880"/>
            <a:ext cx="2971800" cy="329184"/>
          </a:xfrm>
          <a:prstGeom prst="round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4782312"/>
            <a:ext cx="29718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Refund: 7 business days • Original payment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AIONOS Assignment 3 • Airline Resolution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0F1F3A"/>
                </a:solidFill>
                <a:latin typeface="Aptos"/>
              </a:rPr>
              <a:t>5. Scenario 2 — Arvind Kulkarni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Silver • PNR TR1190B • SK-118 Mumbai → Bengaluru • Delayed 4 hours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325880" cy="32918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4-HOUR DELAY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337560" cy="1828800"/>
          </a:xfrm>
          <a:prstGeom prst="round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64008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993392"/>
            <a:ext cx="29718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Aptos"/>
              </a:rPr>
              <a:t>Customer situation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3171061" cy="6232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Arvind is frustrated about missing a connecting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 meeting and asks for hotel accommodation 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because of the long delay.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828800"/>
            <a:ext cx="3337560" cy="182880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8" y="1828800"/>
            <a:ext cx="64008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1993392"/>
            <a:ext cx="29718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Aptos"/>
              </a:rPr>
              <a:t>Policy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395728"/>
            <a:ext cx="3236784" cy="44627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A delay of more than 3 hours qualifies for a meal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 voucher + lounge access.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828800"/>
            <a:ext cx="3337560" cy="182880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29016" y="1828800"/>
            <a:ext cx="64008" cy="1828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0184" y="1993392"/>
            <a:ext cx="29718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Aptos"/>
              </a:rPr>
              <a:t>Hotel 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2395728"/>
            <a:ext cx="3268844" cy="6232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Hotel accommodation applies only when the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 delay is more than 5 hours. At 4 hours, the agent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 should not add hotel coverage.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160520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F1F3A"/>
                </a:solidFill>
                <a:latin typeface="Aptos"/>
              </a:rPr>
              <a:t>Resolution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7200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0F1F3A"/>
                </a:solidFill>
                <a:latin typeface="Aptos"/>
              </a:rPr>
              <a:t>✓ Meal voucher   ✓ Lounge access   ✕ Hotel accommodation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89611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tos"/>
              </a:rPr>
              <a:t>The agent explains the threshold clearly instead of promising an exception.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AIONOS Assignment 3 • Airline Resolution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0F1F3A"/>
                </a:solidFill>
                <a:latin typeface="Aptos"/>
              </a:rPr>
              <a:t>6. Scenario 3 — Meher Kaur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Platinum • PNR WL7742 • SK-305 Delhi → Hyderabad • Delayed 6 hours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325880" cy="32918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3258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6-HOUR DELAY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337560" cy="182880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64008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993392"/>
            <a:ext cx="29718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Aptos"/>
              </a:rPr>
              <a:t>Hotel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62671" cy="80021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Because the delay is more than 5 hours,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 hotel accommodation is eligible — but only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 for the delayed-hours portion, not a full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 night's stay.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828800"/>
            <a:ext cx="3337560" cy="1828800"/>
          </a:xfrm>
          <a:prstGeom prst="round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8" y="1828800"/>
            <a:ext cx="64008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1993392"/>
            <a:ext cx="29718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Aptos"/>
              </a:rPr>
              <a:t>Higher-fare flight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395728"/>
            <a:ext cx="2763898" cy="44627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Meher wants a different higher-fare flight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 with a ₹2,000 fare difference.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828800"/>
            <a:ext cx="3337560" cy="182880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29016" y="1828800"/>
            <a:ext cx="64008" cy="1828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0184" y="1993392"/>
            <a:ext cx="29718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Aptos"/>
              </a:rPr>
              <a:t>Escalation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2395728"/>
            <a:ext cx="2991525" cy="6232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Agents cannot waive fare differences above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 ₹1,500 without supervisor approval. ₹2,000 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therefore requires human escalation.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160520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F1F3A"/>
                </a:solidFill>
                <a:latin typeface="Aptos"/>
              </a:rPr>
              <a:t>Resolution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72000"/>
            <a:ext cx="1051560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0F1F3A"/>
                </a:solidFill>
                <a:latin typeface="Aptos"/>
              </a:rPr>
              <a:t>✓ Meal voucher   ✓ Lounge access   ✓ Delayed-hours hotel   ⚠ ₹2,000 fare difference → supervisor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94960"/>
            <a:ext cx="98755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Platinum status gives priority rebooking, but does not create additional compensation beyond the standard policy.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AIONOS Assignment 3 • Airline Resolution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0F1F3A"/>
                </a:solidFill>
                <a:latin typeface="Aptos"/>
              </a:rPr>
              <a:t>7. Customer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The repository describes an interactive chat UI with streaming responses and Markdown rendering.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7315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32004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0F1F3A"/>
                </a:solidFill>
                <a:latin typeface="Aptos"/>
              </a:rPr>
              <a:t>Airline Resolution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554480"/>
            <a:ext cx="914400" cy="32918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9400" y="1581912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LIVE CHAT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57400"/>
            <a:ext cx="4572000" cy="71323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0704" y="2148840"/>
            <a:ext cx="4279392" cy="53035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My flight was cancelled. I want a refund and a business upgrade.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57400" y="2971800"/>
            <a:ext cx="5257800" cy="9601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03704" y="3063240"/>
            <a:ext cx="5170005" cy="6232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I can process the cancellation remedy supported by policy: a full refund or free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 rebooking within 24 hours. The requested upgrade is not covered by the stated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 policy.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224528"/>
            <a:ext cx="2560320" cy="59436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704" y="4315968"/>
            <a:ext cx="2267712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I want the refund.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4983480"/>
            <a:ext cx="5257800" cy="65836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203704" y="5074920"/>
            <a:ext cx="5150769" cy="44627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Refund request initiated. Refunds are processed within 7 business days to the 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original payment method.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417320"/>
            <a:ext cx="3246120" cy="141732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20" y="1417320"/>
            <a:ext cx="64008" cy="1417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76488" y="1581912"/>
            <a:ext cx="28803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Aptos"/>
              </a:rPr>
              <a:t>Streaming responses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1984248"/>
            <a:ext cx="3114955" cy="44627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Typewriter-style response streaming creates a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 natural chat experience.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3063240"/>
            <a:ext cx="3246120" cy="1417320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75320" y="3063240"/>
            <a:ext cx="64008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76488" y="3227832"/>
            <a:ext cx="28803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Aptos"/>
              </a:rPr>
              <a:t>Markdown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6488" y="3630168"/>
            <a:ext cx="3074881" cy="44627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Structured agent messages are rendered with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 readable formatting.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4709160"/>
            <a:ext cx="3246120" cy="105156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75320" y="4709160"/>
            <a:ext cx="64008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76488" y="4873752"/>
            <a:ext cx="288036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Aptos"/>
              </a:rPr>
              <a:t>Scenario-ready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5276088"/>
            <a:ext cx="2880360" cy="33832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tos"/>
              </a:rPr>
              <a:t>Three built-in assignment scenarios.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AIONOS Assignment 3 • Airline Resolution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0F1F3A"/>
                </a:solidFill>
                <a:latin typeface="Aptos"/>
              </a:rPr>
              <a:t>8. Technology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The repository README identifies a modern React + Express full-stack implementation.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514600" cy="1874519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64008" cy="1874519"/>
          </a:xfrm>
          <a:prstGeom prst="rect">
            <a:avLst/>
          </a:prstGeom>
          <a:solidFill>
            <a:srgbClr val="24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673351"/>
            <a:ext cx="21488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Apto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75688"/>
            <a:ext cx="2148840" cy="11612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React 18
TypeScript
Vite
Tailwind CSS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508760"/>
            <a:ext cx="2514600" cy="1874519"/>
          </a:xfrm>
          <a:prstGeom prst="round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0" y="1508760"/>
            <a:ext cx="64008" cy="187451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75887" y="1673351"/>
            <a:ext cx="21488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Aptos"/>
              </a:rPr>
              <a:t>UI &amp; Rendering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2075688"/>
            <a:ext cx="2148840" cy="11612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Lucide React
React Markdown
Streaming chat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508760"/>
            <a:ext cx="2514600" cy="1874519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508760"/>
            <a:ext cx="64008" cy="187451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1673351"/>
            <a:ext cx="21488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Aptos"/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075688"/>
            <a:ext cx="2148840" cy="116128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Node.js
Express.js
HTTP streaming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508760"/>
            <a:ext cx="2514600" cy="1874519"/>
          </a:xfrm>
          <a:prstGeom prst="round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44000" y="1508760"/>
            <a:ext cx="64008" cy="18745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45168" y="1673351"/>
            <a:ext cx="214884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Aptos"/>
              </a:rPr>
              <a:t>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2075688"/>
            <a:ext cx="1939955" cy="6232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GitHub repository
Render-hosted demo link in</a:t>
            </a:r>
            <a:endParaRPr lang="en-US" sz="115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150" b="0" dirty="0">
                <a:solidFill>
                  <a:srgbClr val="1F2937"/>
                </a:solidFill>
                <a:latin typeface="Aptos"/>
              </a:rPr>
              <a:t> README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977639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F1F3A"/>
                </a:solidFill>
                <a:latin typeface="Aptos"/>
              </a:rPr>
              <a:t>Run locally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434840"/>
            <a:ext cx="5074920" cy="1234440"/>
          </a:xfrm>
          <a:prstGeom prst="roundRect">
            <a:avLst/>
          </a:prstGeom>
          <a:solidFill>
            <a:srgbClr val="0F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645152"/>
            <a:ext cx="4572000" cy="8686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npm install
npm run dev
Open: http://localhost:3000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977639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1">
                <a:solidFill>
                  <a:srgbClr val="0F1F3A"/>
                </a:solidFill>
                <a:latin typeface="Aptos"/>
              </a:rPr>
              <a:t>Repository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498848"/>
            <a:ext cx="47548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2463EB"/>
                </a:solidFill>
                <a:latin typeface="Aptos"/>
                <a:hlinkClick r:id="rId2"/>
              </a:rPr>
              <a:t>github.com/Nikhil-nd/AIONOS-ASSIGNMENT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074920"/>
            <a:ext cx="45720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64748B"/>
                </a:solidFill>
                <a:latin typeface="Aptos"/>
              </a:rPr>
              <a:t>The README also provides a hosted demo link for reviewers.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AIONOS Assignment 3 • Airline Resolution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73952"/>
            <a:ext cx="32004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73152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9. Demo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07008"/>
            <a:ext cx="987552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Aptos"/>
              </a:rPr>
              <a:t>A policy-aware customer resolution agent that knows when to act — and when to escalate.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2240280"/>
            <a:ext cx="64008" cy="16916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2404872"/>
            <a:ext cx="29718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Aptos"/>
              </a:rPr>
              <a:t>Policy-first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807208"/>
            <a:ext cx="2971800" cy="9784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Every scenario is resolved from the supplied cancellation, delay, refund, fare and loyalty rules.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224028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07408" y="2240280"/>
            <a:ext cx="64008" cy="1691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08576" y="2404872"/>
            <a:ext cx="29718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Aptos"/>
              </a:rPr>
              <a:t>Customer-friendly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2807208"/>
            <a:ext cx="2971800" cy="9784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The chat flow acknowledges frustration and communicates the available resolution clearly.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224028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29016" y="2240280"/>
            <a:ext cx="64008" cy="1691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0184" y="2404872"/>
            <a:ext cx="29718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0F1F3A"/>
                </a:solidFill>
                <a:latin typeface="Aptos"/>
              </a:rPr>
              <a:t>Safe escalation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2807208"/>
            <a:ext cx="2971800" cy="9784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Requests beyond agent authority are routed to a human instead of inventing exceptions.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09160"/>
            <a:ext cx="10972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Aptos"/>
              </a:rPr>
              <a:t>GitHub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47488"/>
            <a:ext cx="80467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  <a:hlinkClick r:id="rId2"/>
              </a:rPr>
              <a:t>https://github.com/Nikhil-nd/AIONOS-ASSIGNMENT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70448"/>
            <a:ext cx="27432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0EA5E9"/>
                </a:solidFill>
                <a:latin typeface="Aptos"/>
              </a:rPr>
              <a:t>Thank you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5943600"/>
            <a:ext cx="3931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50" b="0">
                <a:solidFill>
                  <a:srgbClr val="94A3B8"/>
                </a:solidFill>
                <a:latin typeface="Aptos"/>
              </a:rPr>
              <a:t>Assignment 3 • Customer-Facing Resolution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1148</Words>
  <Application>Microsoft Office PowerPoint</Application>
  <PresentationFormat>Widescreen</PresentationFormat>
  <Paragraphs>186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Nikhil Dixit</cp:lastModifiedBy>
  <cp:revision>2</cp:revision>
  <dcterms:created xsi:type="dcterms:W3CDTF">2013-01-27T09:14:16Z</dcterms:created>
  <dcterms:modified xsi:type="dcterms:W3CDTF">2026-09-17T13:08:47Z</dcterms:modified>
  <cp:category/>
</cp:coreProperties>
</file>